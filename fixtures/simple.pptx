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p:presentation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Mention read-only scope</a:t>
            </a:r>
          </a:p>
        </p:txBody>
      </p:sp>
      <p:sp>
        <p:txBody>
          <a:p>
            <a:r>
              <a:t>No external viewer opens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3" Type="http://schemas.openxmlformats.org/officeDocument/2006/relationships/hyperlink" Target="https://example.invalid" TargetMode="Externa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Quarterly Review</a:t>
            </a:r>
          </a:p>
        </p:txBody>
      </p:sp>
      <p:sp>
        <p:txBody>
          <a:p>
            <a:r>
              <a:t>Revenue up</a:t>
            </a:r>
          </a:p>
        </p:txBody>
      </p:sp>
      <p:sp>
        <p:txBody>
          <a:p>
            <a:r>
              <a:t>Costs stable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Roadmap</a:t>
            </a:r>
          </a:p>
        </p:txBody>
      </p:sp>
      <p:sp>
        <p:txBody>
          <a:p>
            <a:r>
              <a:t>Ship viewer</a:t>
            </a:r>
          </a:p>
        </p:txBody>
      </p:sp>
      <p:sp>
        <p:txBody>
          <a:p>
            <a:r>
              <a:t>Prepare release</a:t>
            </a:r>
          </a:p>
        </p:txBody>
      </p:sp>
    </p:spTree>
  </p:cSld>
</p:sld>
</file>

<file path=docProps/app.xml><?xml version="1.0" encoding="utf-8"?>
<Properties>
  <Application>Fixture Generator</Application>
</Properties>
</file>

<file path=docProps/core.xml><?xml version="1.0" encoding="utf-8"?>
<cp:coreProperties xmlns:cp="http://schemas.openxmlformats.org/package/2006/metadata/core-properties" xmlns:dc="http://purl.org/dc/elements/1.1/">
  <dc:title>Quarterly Review</dc:title>
</cp:coreProperties>
</file>